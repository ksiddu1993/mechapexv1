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PRESENTATION DECK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MechApex OS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Digitizing the $25B Unorganized Auto Aftermarket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1072591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93192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Problem: 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1.2M+ Independent Workshops in India lose 10% revenue to manual paper friction &amp; unbilled labor.
</a:t>
            </a:r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Solution: 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&amp; Web Workshop Operating System with 30s Job Cards &amp; 1-Click WhatsApp Approvals.
</a:t>
            </a:r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Traction: 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Active Workshops • 150,000+ Job Cards Processed • High Retention SaaS Unit Economics.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 (TAM / SAM / SOM)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underserved market in India &amp; emerging automotive hubs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11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 — $25 Billion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 Market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310896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&amp; SEA Automotive Service &amp; Spares Market by 2028.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011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 — $4.2 Billion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17720" y="2560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Market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310896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2-Wheeler &amp; 4-Wheeler Garages needing digital software.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55280" y="155448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011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 — $350 Million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0" y="2560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Market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310896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100,000 Tier-1 &amp; Tier-2 Multi-brand garages in 36 months.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Problem in Garage Operations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of independent garages operate entirely on paper registers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 Revenue Leakage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spare parts, lubricants, and extra labor hours are omitted on paper slips.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5544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Delayed Approvals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vehicle owners repeatedly for estimate consent wastes 2+ hours daily.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Customer History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4572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Garages have no record of past vehicle services, missing repeat maintenance alerts.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38404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Unmanaged Mechanic Teams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4572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digital tracking of individual technician productivity or labor commission.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Product: MechApex Platform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&amp; Web Workshop OS built for zero-friction adoption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Product Pillars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30-Sec Digital Job Cards: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inspection, photos &amp; fuel meter.
</a:t>
            </a:r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WhatsApp Native Approvals: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PDF estimate sent to customer WhatsApp.
</a:t>
            </a:r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Mechanic Allocation: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jobs to staff with role-based access limits.
</a:t>
            </a:r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Spares Catalog &amp; Analytics: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Pre-loaded catalog rates &amp; real-time revenue reports.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8366760" y="3017520"/>
            <a:ext cx="914400" cy="9144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366760" y="3017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92240" y="4114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VIDEO DEMO GRAPHIC 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4480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view MechApex Live Product Video Demo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 &amp; Monetization Stream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scalable Pay-As-You-Go model with multiple upside expansion levers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56032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Job Card Reloads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Revenue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1945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Pay-per-job-card model: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Starter: 100 Free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500 Cards: ₹499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1,000 Cards: ₹899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554480"/>
            <a:ext cx="256032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828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Worker Expansion Packs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11880" y="2377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Scaling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2834640"/>
            <a:ext cx="21945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Garages upgrade team size: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+10 Workers: ₹99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+100 Workers: ₹799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Lifetime one-time unlocks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56032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828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Spares Marketplace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2377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Upside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834640"/>
            <a:ext cx="21945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Procurement commission connecting spare part distributors directly to garages.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23960" y="1554480"/>
            <a:ext cx="256032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1828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Embedded Payments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06840" y="2377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 Layer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06840" y="2834640"/>
            <a:ext cx="21945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fee margin on UPI / Card digital payments collected via MechApex.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Economics &amp; Financial Traction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CAC driven by workshop virality &amp; high gross margin profile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7373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 85%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Profile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SaaS backend architecture yields exceptionally high gross profit margins.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5544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373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₹18,750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92240" y="2286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Value Generated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7432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revenue leakage saved per workshop every single month.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0233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3.8x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97280" y="4572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to CAC Ratio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50292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viral referral between neighboring garages keeps acquisition cost low.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8404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0233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125%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92240" y="4572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Revenue Retention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50292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growth leads to recurring job card reload purchases.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Architecture &amp; Tech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reliability built for high speed &amp; offline-first environments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Cross-Platform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React Native &amp; Web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codebase powering Android APK, Web Portal, and iOS.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5544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Performance API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FastAPI &amp; Motor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2651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Asynchronous event loop handling thousands of concurrent requests.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&amp; Security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&amp; JWT Auth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4937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NoSQL document store for vehicle history &amp; encrypted token sessions.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8404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Infrastructure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&amp; Docker Cloud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4937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Auto-scaling global CDN with 99.9% uptime SLA guarantee.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Advantages &amp; Moat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MechApex wins against legacy desktop software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Zero Customer App Friction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owners do NOT need to download any app. Estimates &amp; approvals arrive directly on WhatsApp.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5544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Instant 30-Sec Onboarding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complex installation or training needed. Garages can create their first job card in under 1 minute.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Bulk CSV Migration Engine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4572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Garages can import 10,000+ customer records from Excel/old software with 1-click import.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8404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Hybrid Web &amp; Mobile Access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4572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seamlessly on ₹6,000 Android phones as well as desktop Web browsers.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 &amp; Growth Milestones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product-market fit across 2-wheeler &amp; 4-wheeler garages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7373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Garages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Onboarded across Tier-1 &amp; Tier-2 automotive hubs.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5544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373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150,000+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92240" y="2331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Cards Created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7432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Processed through MechApex digital workflow engine.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0233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99.9%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097280" y="4617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Uptime SLA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50292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reliability infrastructure supporting live garage operations.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8404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0233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4.8 ★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492240" y="4617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Satisfaction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50292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rating from workshop owners and mechanics.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Investment Ask &amp; Contact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us to build the market-leading automotive SaaS platform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of Funds Allocation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 &amp; Engineering (40%):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Spares Marketplace &amp; AI Diagnostic Recommendation.
</a:t>
            </a:r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Field Sales &amp; Network (40%):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20,000+ garages across 15 key metro cities.
</a:t>
            </a:r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Marketing &amp; Partnerships (20%):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&amp; Distributor integrations.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 Our Growth Journey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92240" y="265176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Website: </a:t>
            </a:r>
            <a:pPr algn="ctr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https://www.mechapex.in
</a:t>
            </a:r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Web App: </a:t>
            </a:r>
            <a:pPr algn="ctr" indent="0" marL="0">
              <a:buNone/>
            </a:pPr>
            <a:r>
              <a:rPr lang="en-US" sz="16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https://mechapex-ac7e8.web.app/app/
</a:t>
            </a:r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🐙 GitHub: </a:t>
            </a:r>
            <a:pPr algn="ctr" indent="0" marL="0">
              <a:buNone/>
            </a:pPr>
            <a:r>
              <a:rPr lang="en-US" sz="16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https://github.com/Ksiddu1993/MechApexV1
</a:t>
            </a:r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✉️ Contact: </a:t>
            </a:r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invest@mechapex.in • 8904600880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MechApex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MechApex Investor Demo Presentation</dc:title>
  <dc:subject>PptxGenJS Presentation</dc:subject>
  <dc:creator>MechApex Leadership</dc:creator>
  <cp:lastModifiedBy>MechApex Leadership</cp:lastModifiedBy>
  <cp:revision>1</cp:revision>
  <dcterms:created xsi:type="dcterms:W3CDTF">2026-08-11T15:37:54Z</dcterms:created>
  <dcterms:modified xsi:type="dcterms:W3CDTF">2026-08-11T15:37:54Z</dcterms:modified>
</cp:coreProperties>
</file>