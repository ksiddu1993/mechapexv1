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201168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POWERFUL WORKSHOP 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MechApex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Garage &amp; Auto Workshop Management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10698480" cy="2011680"/>
          </a:xfrm>
          <a:prstGeom prst="roundRect">
            <a:avLst>
              <a:gd name="adj" fmla="val 4545"/>
            </a:avLst>
          </a:prstGeom>
          <a:solidFill>
            <a:srgbClr val="161F3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206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30-Second Digital Job Cards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WhatsApp PDF Billing &amp; Customer Approval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Mechanic Team Delegation &amp; Parts Stock Inventory
</a:t>
            </a:r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2-Wheeler &amp; 4-Wheeler Ready Across Web &amp; Android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Traditional Workshop Pain Points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paper-based garages lose time and revenue every 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61F3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Paper Job Cards Lost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Handwritten job sheets get dirty, lost, or misread, leading to customer disputes.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61F3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Unbilled Spares &amp; Labor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10% of small spare parts &amp; extra mechanic hours are forgotten in final billing.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61F3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Customer Approvals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6634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customers multiple times for estimate permission delays vehicle delivery.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93192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61F3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Team Accountability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6634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track which mechanic worked on which car or calculate monthly output.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Solution: MechApex Digital 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garage management into a high-speed digital operation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161F3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Fast Intake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30-sec Job Sheet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customer details, fuel level, vehicle photos &amp; inspection items instantly.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161F32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WhatsApp First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Estimates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301752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digital estimates &amp; GST invoices directly to customer WhatsApp with 1 tap.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161F32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Team Control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 Accounts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01752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job cards to mechanics, monitor live status, and set worker permission limits.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23960" y="164592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161F32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Live Analytics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0684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Reports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06840" y="301752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daily workshop revenue, completed jobs, pending items, and customer history.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Features &amp; Capabilities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specifically for 2-wheeler &amp; 4-wheeler auto workshops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161F3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Digital Job Cards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Pre-loaded services, vehicle inspection checklist, photo attachments, and status tracking (Pending, In-Progress, Completed).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161F32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783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WhatsApp Billing &amp; Receipts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itemized PDF/digital estimates and GST invoices. Send directly via WhatsApp in 1 click.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161F3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246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Mechanics &amp; Sub-User Roles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6118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dashboard with worker permissions. Assign mechanics to specific job cards and track technician productivity.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10896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161F32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246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Spares Inventory Catalog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36118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Pre-loaded spare parts &amp; labor service rates. Low stock alerts and margin tracking per service.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161F32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709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Bulk CSV Customer Migration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50749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existing customer phone numbers, names, and vehicle registration numbers seamlessly via 1-click CSV.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5720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161F32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4709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Multi-Device Web &amp; Android Portal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50749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your workshop data from Android smartphones, tablets, or any computer web browser.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Step-by-Step Client Demo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MechApex runs a vehicle through your garage in 4 simple steps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60320" cy="4023360"/>
          </a:xfrm>
          <a:prstGeom prst="roundRect">
            <a:avLst>
              <a:gd name="adj" fmla="val 3571"/>
            </a:avLst>
          </a:prstGeom>
          <a:solidFill>
            <a:srgbClr val="161F32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103120"/>
            <a:ext cx="914400" cy="914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Intake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Reg Number (e.g. KA 05 ME 9988) &amp; select customer name. Select pre-loaded services.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560320" cy="4023360"/>
          </a:xfrm>
          <a:prstGeom prst="roundRect">
            <a:avLst>
              <a:gd name="adj" fmla="val 3571"/>
            </a:avLst>
          </a:prstGeom>
          <a:solidFill>
            <a:srgbClr val="161F32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2103120"/>
            <a:ext cx="914400" cy="914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1188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 Mechanic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7490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mechanic from your team dropdown. MechApex updates the job status to In-Progress.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560320" cy="4023360"/>
          </a:xfrm>
          <a:prstGeom prst="roundRect">
            <a:avLst>
              <a:gd name="adj" fmla="val 3571"/>
            </a:avLst>
          </a:prstGeom>
          <a:solidFill>
            <a:srgbClr val="161F32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0" y="2103120"/>
            <a:ext cx="914400" cy="914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Estimate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37490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"Send WhatsApp". Customer receives exact estimate and approves instantly.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23960" y="1828800"/>
            <a:ext cx="2560320" cy="4023360"/>
          </a:xfrm>
          <a:prstGeom prst="roundRect">
            <a:avLst>
              <a:gd name="adj" fmla="val 3571"/>
            </a:avLst>
          </a:prstGeom>
          <a:solidFill>
            <a:srgbClr val="161F32"/>
          </a:solidFill>
          <a:ln/>
        </p:spPr>
      </p:sp>
      <p:sp>
        <p:nvSpPr>
          <p:cNvPr id="20" name="Shape 18"/>
          <p:cNvSpPr/>
          <p:nvPr/>
        </p:nvSpPr>
        <p:spPr>
          <a:xfrm>
            <a:off x="9646920" y="2103120"/>
            <a:ext cx="914400" cy="914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964692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00684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&amp; Checkout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06840" y="37490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job Completed, generate final invoice, and collect UPI / Cash payment with receipt.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 &amp; ROI for Garage Owners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measurable results observed across 500+ workshops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61F3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28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45+ Hours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per Month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manual paperwork, redundant calls, and physical register entry.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61F32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28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₹18,750+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Unbilled Leakage Saved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100% of spare parts, extra oil liters, and specialized mechanic labor.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61F3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114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Seconds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097280" y="4663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Job Card 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5120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digital intake allows your workshop to handle 25% more vehicles daily.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93192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61F32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114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Zero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92240" y="4663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Dispute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5120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WhatsApp estimates with customer approval before work starts.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 &amp; Affordable Pricing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monthly subscriptions required — pay only as your garage grows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61F32"/>
          </a:solidFill>
          <a:ln w="12700">
            <a:solidFill>
              <a:srgbClr val="161F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 Free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100 Job Cards Free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Up to 10 Workers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WhatsApp Invoice Sharing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389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Customer Vehicle History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61F32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011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 Job Cards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24231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₹499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17720" y="2971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Reload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500 Digital Job Cards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GST &amp; Non-GST Billing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4389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1-Click CSV Import/Export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10 Workers Included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5528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61F32"/>
          </a:solidFill>
          <a:ln w="12700">
            <a:solidFill>
              <a:srgbClr val="161F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011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 Job Cards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0" y="24231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₹899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229600" y="2971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Reload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1,000 Digital Job Cards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Priority Customer Support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4389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Inventory Stock Catalog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Unlimited Database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&amp; Team Expansion Packs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your mechanics and multi-branch team effortlessly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161F3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Extra Workers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₹99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Lifetime Upgrade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749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+10 Worker accounts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297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Individual Mechanic Logins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846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labor &amp; productivity per mechanic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161F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Extra Workers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₹799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92240" y="3108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 for Networks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749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+100 Worker accounts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4297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Multi-branch Staff Network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4846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Granular Role &amp; Permission Access Controls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Started with MechApex Today!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the future of automotive garage management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4389120"/>
          </a:xfrm>
          <a:prstGeom prst="roundRect">
            <a:avLst>
              <a:gd name="adj" fmla="val 2083"/>
            </a:avLst>
          </a:prstGeom>
          <a:solidFill>
            <a:srgbClr val="161F3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0116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Upgrade Your Workshop?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Official Website: </a:t>
            </a:r>
            <a:pPr algn="ctr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https://www.mechapex.in
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Live Web App Portal: </a:t>
            </a:r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https://mechapex-ac7e8.web.app/app/
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🐙 Open-Source GitHub Repo: </a:t>
            </a:r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https://github.com/Ksiddu1993/MechApexV1
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Support &amp; UPI: </a:t>
            </a:r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8904600880@upi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MechApex 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MechApex Client Demo Presentation</dc:title>
  <dc:subject>PptxGenJS Presentation</dc:subject>
  <dc:creator>MechApex Team</dc:creator>
  <cp:lastModifiedBy>MechApex Team</cp:lastModifiedBy>
  <cp:revision>1</cp:revision>
  <dcterms:created xsi:type="dcterms:W3CDTF">2026-08-11T15:32:52Z</dcterms:created>
  <dcterms:modified xsi:type="dcterms:W3CDTF">2026-08-11T15:32:52Z</dcterms:modified>
</cp:coreProperties>
</file>